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Behavior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of the UCI Online Retail dataset using Python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 transactions | Dec 2010 to Dec 2011 | Pandas, NumPy, Matplotlib, Seaborn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541,909 rows to 522,502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 duplicate rows removed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9,288 cancelled-invoice rows kept in a separate 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Zero/negative price or quantity, postage and fee entries removed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1,454 rows without Description removed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135,080 rows (25%) have no CustomerID: kept for sales, excluded from customer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invoices (74,215 and 80,995 units) removed: both cancelled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4,333 customers, 19,771 invoices, 3,899 products, 38 countries, revenue 10.0 million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in November</a:t>
            </a:r>
            <a:endParaRPr lang="en-US" sz="2400" dirty="0"/>
          </a:p>
        </p:txBody>
      </p:sp>
      <p:pic>
        <p:nvPicPr>
          <p:cNvPr id="4" name="Image 0" descr="ch/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212080" cy="2316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2011: 1,452,113, about 2.9x the weakest full month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Aug stays near 5 to 7.7 lakh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2011 is low only because data ends on 9 Dec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revenue comes from the UK</a:t>
            </a:r>
            <a:endParaRPr lang="en-US" sz="2400" dirty="0"/>
          </a:p>
        </p:txBody>
      </p:sp>
      <p:pic>
        <p:nvPicPr>
          <p:cNvPr id="4" name="Image 0" descr="ch/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937760" cy="27774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2801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UK: 84.8% of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other countries: 15.2%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customers give 73.9% of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dependence on one market and a few customers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 differ by revenue and units</a:t>
            </a:r>
            <a:endParaRPr lang="en-US" sz="2400" dirty="0"/>
          </a:p>
        </p:txBody>
      </p:sp>
      <p:pic>
        <p:nvPicPr>
          <p:cNvPr id="4" name="Image 0" descr="ch/prod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97680" cy="2417445"/>
          </a:xfrm>
          <a:prstGeom prst="rect">
            <a:avLst/>
          </a:prstGeom>
        </p:spPr>
      </p:pic>
      <p:pic>
        <p:nvPicPr>
          <p:cNvPr id="5" name="Image 1" descr="ch/prod_q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4174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leader: Regency Cakestand 3 Tier. Units leader: World War 2 Gliders (54,951). Falling demand: White Hanging Heart T-Light Holder (-24.7%); growing: Jumbo Bag Pink Polkadot (+79.6%).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in office hours</a:t>
            </a:r>
            <a:endParaRPr lang="en-US" sz="2400" dirty="0"/>
          </a:p>
        </p:txBody>
      </p:sp>
      <p:pic>
        <p:nvPicPr>
          <p:cNvPr id="4" name="Image 0" descr="ch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303520" cy="19285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280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busiest (4,209 orders), no Saturday orders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12:00 (3,204 orders)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14.81% of invoices are cancelled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505.85, median 302.20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stock and marketing for September to November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Netherlands, EIRE, Germany and France to reduce UK dependence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offers for top customers, who bring most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14.8% cancellation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promotions Tuesday to Thursday in office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products with falling demand; stock rising 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one year of data, 25% rows without CustomerID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2026-10-06T05:35:24Z</dcterms:created>
  <dcterms:modified xsi:type="dcterms:W3CDTF">2026-10-06T05:35:24Z</dcterms:modified>
</cp:coreProperties>
</file>